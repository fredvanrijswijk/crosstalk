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rosstalk.toda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rosstalk.today" TargetMode="External"/><Relationship Id="rId2" Type="http://schemas.openxmlformats.org/officeDocument/2006/relationships/hyperlink" Target="https://youtu.be/LI0CwjrnVh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CrossTalk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voice translation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90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 AI Worldwide Hackathon — London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barrier costs lives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25M+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face language barriers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healthcare yearly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37560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medical errors involve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miscommunication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240ms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all it takes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that barrier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371600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Capture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40280" y="1874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Voxstral Realtime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speech-to-text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26974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22C55E">
              <a:alpha val="15000"/>
            </a:srgbClr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697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874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371600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Small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translation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26974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22C55E">
              <a:alpha val="15000"/>
            </a:srgbClr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697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~150ms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1874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95160" y="11887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0" y="1371600"/>
            <a:ext cx="457200" cy="457200"/>
          </a:xfrm>
          <a:prstGeom prst="ellipse">
            <a:avLst/>
          </a:prstGeom>
          <a:solidFill>
            <a:srgbClr val="EC4899">
              <a:alpha val="2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TTS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voice synthesis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26974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22C55E">
              <a:alpha val="15000"/>
            </a:srgbClr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697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~100ms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END-TO-END LATENCY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 — 500ms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274320"/>
            <a:ext cx="5486400" cy="45720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2743200" y="2743200"/>
            <a:ext cx="3657600" cy="64008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274320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u="sng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crosstalk.today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browser and try it yourself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Voxstral Realtime (STT)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91440" cy="91440"/>
          </a:xfrm>
          <a:prstGeom prst="ellipse">
            <a:avLst/>
          </a:prstGeom>
          <a:solidFill>
            <a:srgbClr val="FF7000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Small (Translation)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130552"/>
            <a:ext cx="91440" cy="91440"/>
          </a:xfrm>
          <a:prstGeom prst="ellipse">
            <a:avLst/>
          </a:prstGeom>
          <a:solidFill>
            <a:srgbClr val="FF7000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v2.5 TTS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93008" y="1783080"/>
            <a:ext cx="91440" cy="91440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voices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93008" y="2130552"/>
            <a:ext cx="91440" cy="91440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streaming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19088" y="1783080"/>
            <a:ext cx="91440" cy="91440"/>
          </a:xfrm>
          <a:prstGeom prst="ellipse">
            <a:avLst/>
          </a:prstGeom>
          <a:solidFill>
            <a:srgbClr val="FAFAFA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real-time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9088" y="2130552"/>
            <a:ext cx="91440" cy="91440"/>
          </a:xfrm>
          <a:prstGeom prst="ellipse">
            <a:avLst/>
          </a:prstGeom>
          <a:solidFill>
            <a:srgbClr val="FAFAFA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5448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484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Immigration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301752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30175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Elderly Care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44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u="sng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crosstalk.today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free to use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32918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292608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demo on YouTube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4023360"/>
            <a:ext cx="4572000" cy="411480"/>
          </a:xfrm>
          <a:prstGeom prst="roundRect">
            <a:avLst>
              <a:gd name="adj" fmla="val 48889"/>
            </a:avLst>
          </a:prstGeom>
          <a:solidFill>
            <a:srgbClr val="3B82F6">
              <a:alpha val="10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 AI Worldwide Hackathon — London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CrossTalk — Real-time Voice Translation</dc:title>
  <dc:subject>PptxGenJS Presentation</dc:subject>
  <dc:creator>Fred van Rijswijk</dc:creator>
  <cp:lastModifiedBy>Fred van Rijswijk</cp:lastModifiedBy>
  <cp:revision>1</cp:revision>
  <dcterms:created xsi:type="dcterms:W3CDTF">2026-03-01T16:27:09Z</dcterms:created>
  <dcterms:modified xsi:type="dcterms:W3CDTF">2026-03-01T16:27:09Z</dcterms:modified>
</cp:coreProperties>
</file>